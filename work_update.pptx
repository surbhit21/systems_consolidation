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737"/>
  </p:normalViewPr>
  <p:slideViewPr>
    <p:cSldViewPr snapToGrid="0">
      <p:cViewPr varScale="1">
        <p:scale>
          <a:sx n="115" d="100"/>
          <a:sy n="115" d="100"/>
        </p:scale>
        <p:origin x="5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77F1B-8BFE-6F4C-BE59-07460FCF0A8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653BF-6F47-F14F-A746-DDF7BB603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3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653BF-6F47-F14F-A746-DDF7BB6031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8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ED4F-DD5B-CF52-923D-2BB9D1F1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0750F-601D-CCC2-F71E-17936B061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BCFF1-880D-09C6-2EB0-097E33F2F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5C79E-B54F-E611-9886-77B820F30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B653BF-6F47-F14F-A746-DDF7BB6031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92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8316-7C12-0FC4-36B1-03EB78286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659D5-FE91-6470-B02D-7AFD5D63A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9576C-3E66-969D-790E-1045D2A6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8BFA5-45A9-307A-1ECD-041E98EE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23A02-8307-BBC2-CD64-39DDF029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5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672B-CF4D-6278-F5B5-02F8F8B0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FF9F2-B157-BC7A-8B44-05BAA74BA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8F3DF-A847-5ECD-5AF6-99E8F37C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B4FC9-7190-A924-9900-73B7921E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3CE6C-E401-2169-9F14-D92922D2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7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44F72-0891-ABCD-1AED-F0CF2B0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650C1-0C12-6CB8-D58E-49913D827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FD140-DEF5-93DC-CEB4-EC2D195B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04B9-43A0-CB79-7FA4-9DB7AAE4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018BA-8A3F-243A-5989-ED399837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19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D5C-5F4E-848D-8AC4-1811A9F0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D54C5-2CF7-E1E3-65F1-5799D8A07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DAA57-1D22-2C51-7AA5-63C4C47B7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7D1E2-55B6-2B61-A430-230ECE37B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50E6B-2096-AB3D-2561-DA56B590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EB4E-C1B8-9F2C-630C-D379E1DD7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85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333A-9EBF-C013-5F52-1704B143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310EA-99AE-D432-4C9D-AFFFE5EAB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A01D6-36FD-C186-7B8C-BA5C9E5FA4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9D38C-775B-5B51-E95C-2BBEF039F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04D4F-EB45-A2CE-CC44-2BCD9064A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B24F8-A76D-EE79-AD92-231EF08C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5E370-93E6-17BB-2EF4-5825720E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3F5289-CFC6-1747-B119-9D078D04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53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0F1F-9364-B3DD-87B6-24154239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DEC16-4142-3F54-141B-61CE7201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D0EDC-A673-702D-E2F2-E55B83DD4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91987-80A4-25A9-DB91-1914A0C08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9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BD1494-D720-4D3C-056B-1ABA4FD5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38E9CD-812D-1B84-AEE4-69D36B74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6FD1D-1519-0B8A-4561-1C833F80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8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59E0-E4C2-B02F-CE59-E7AB75692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06F28-4BF3-EBD3-F75C-A8A0A19D4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35D6B-7E66-7725-6CD6-DD8373604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E3BA0-F11F-F8CC-9863-A690DF8E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E2218-4DE5-8518-1394-58676647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64953-9A6D-2700-DC4F-08B4B70F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0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8C06-16EC-136B-6079-D15FC0E6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23DB9C-B5F4-9987-6429-3C9021121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5F05-898C-4ABE-B93F-006C81A3C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2A382-A909-3D87-B31F-662584B59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DA4CB-2FF5-356A-17BC-32C4F27F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27F0F-8089-E91F-6495-121A80F9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13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9CDE-5FDB-1596-DCF8-91C5E697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364CA-17E3-6189-787F-FF54B6151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C1A69-8CB4-E4CC-C649-CB025C05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585C4-E4A1-90FC-C7FD-34E3E0149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B83CC-78EA-DD78-ED73-CC811202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2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BAE4B-68BA-7E22-9C60-108E02427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C2FBE-AF1B-2CB7-5DD9-A65666020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6FA17-3F36-CA48-07D0-A66EC1B7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A3AA1-46C2-C84B-29D4-900D8F9D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F138F-054C-2105-2C47-C4031EAD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8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91214-4018-47D5-E11A-71D3E4C40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F0662-6AEC-122A-B2AB-155ACE9E0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C593D-2199-8B3F-B029-8649F0D5E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16B49-29CB-5341-97D4-8A75BDD8022D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06E79-E1A8-F681-61E2-0C41587DF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CD827-10D9-2B17-A823-949AEAE4E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2F4D6-B297-3F4A-93E7-DFE280A52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2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10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AFAD-D72A-A202-1775-74184184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C17329-16A7-DD6F-85C8-B2850359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1476" y="391086"/>
            <a:ext cx="2046194" cy="18830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B2545A-0038-BEC2-20B6-A21C03320B01}"/>
              </a:ext>
            </a:extLst>
          </p:cNvPr>
          <p:cNvSpPr txBox="1"/>
          <p:nvPr/>
        </p:nvSpPr>
        <p:spPr>
          <a:xfrm>
            <a:off x="1646824" y="8944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0F699-3B4B-6B3D-2A4E-FBC11D8D311D}"/>
              </a:ext>
            </a:extLst>
          </p:cNvPr>
          <p:cNvSpPr txBox="1"/>
          <p:nvPr/>
        </p:nvSpPr>
        <p:spPr>
          <a:xfrm>
            <a:off x="1646824" y="15843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❌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63837F2-4F84-27F6-7B90-2EC17CC51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89567" y="393776"/>
            <a:ext cx="7772400" cy="19730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15D11C1-FC33-620D-571A-92B3E9ED5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989567" y="2594647"/>
            <a:ext cx="7772400" cy="196769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E242BA5-27C7-68CB-64B0-363F2D519E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8061" y="4730889"/>
            <a:ext cx="4088251" cy="201533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FA24AC7-C11C-A187-84EE-24681AE5F8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13571" y="4730889"/>
            <a:ext cx="3927178" cy="19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20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449A-274E-8374-24F5-3AE2ABF66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294F2A3-081B-C9D6-FC8F-8AC035E72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1476" y="391086"/>
            <a:ext cx="2046194" cy="18830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171D97-8441-7AA3-AB2C-D21EEBB464AB}"/>
              </a:ext>
            </a:extLst>
          </p:cNvPr>
          <p:cNvSpPr txBox="1"/>
          <p:nvPr/>
        </p:nvSpPr>
        <p:spPr>
          <a:xfrm>
            <a:off x="1646824" y="15843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❌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8600533-6612-5F1C-1404-4BEBAF058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89569" y="393777"/>
            <a:ext cx="7772395" cy="197304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61CD1A7-F38F-7683-E653-92F3A0EFE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000139" y="2594655"/>
            <a:ext cx="7751256" cy="196768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909BE08-3E88-8D9C-4CC1-0FFE8DEBE5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8061" y="4730889"/>
            <a:ext cx="4088251" cy="201533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36A4A39-E579-7C17-C214-7A0F0E3642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13571" y="4730889"/>
            <a:ext cx="3927178" cy="194284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3EB2227-9CAB-7E7D-24A5-675090D04E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64823" y="4730888"/>
            <a:ext cx="3927176" cy="19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28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6A497-9F55-5F52-0E4B-E273674D9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61A5CB-1AB6-0DD7-598B-A1CA07D41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678" y="3958683"/>
            <a:ext cx="11009818" cy="250823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0CE2089-E764-EA24-6F8C-F037B7282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678" y="920769"/>
            <a:ext cx="11009818" cy="2508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97E47E-B0D3-39A4-AAC1-A56C98A00E6C}"/>
              </a:ext>
            </a:extLst>
          </p:cNvPr>
          <p:cNvSpPr txBox="1"/>
          <p:nvPr/>
        </p:nvSpPr>
        <p:spPr>
          <a:xfrm rot="16200000">
            <a:off x="208253" y="199021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A211E-A279-96DC-64A5-9FD0DAA45E35}"/>
              </a:ext>
            </a:extLst>
          </p:cNvPr>
          <p:cNvSpPr txBox="1"/>
          <p:nvPr/>
        </p:nvSpPr>
        <p:spPr>
          <a:xfrm rot="16200000">
            <a:off x="178813" y="5028132"/>
            <a:ext cx="57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CTX</a:t>
            </a:r>
          </a:p>
        </p:txBody>
      </p:sp>
    </p:spTree>
    <p:extLst>
      <p:ext uri="{BB962C8B-B14F-4D97-AF65-F5344CB8AC3E}">
        <p14:creationId xmlns:p14="http://schemas.microsoft.com/office/powerpoint/2010/main" val="177877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FF7E-959B-61F4-42C4-E4C1E22A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8A2CD0-AB41-B31C-4CBE-18045971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1476" y="391086"/>
            <a:ext cx="2046194" cy="188309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2F6260C-043D-A812-5CAC-CBF8A16D8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989569" y="393777"/>
            <a:ext cx="7772395" cy="197304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C185FAD-4A0B-C76B-8488-4E04C691F1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000139" y="2594655"/>
            <a:ext cx="7751256" cy="196768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57FC7F1-22BF-350B-90CE-8CAA23726F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8061" y="4730889"/>
            <a:ext cx="4088251" cy="201533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C016671-229D-6751-56D3-165B615688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313571" y="4730889"/>
            <a:ext cx="3927178" cy="194284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3C3C932-9E83-225A-E076-F426404B4B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64823" y="4730888"/>
            <a:ext cx="3927176" cy="19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03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710D-AE0D-6C8A-341B-84CBA5E7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815A47F-F1F2-BBF2-033D-239BF98BE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3680" y="3958683"/>
            <a:ext cx="11009813" cy="250823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F699FC9-A82A-49A2-DC74-C59B8C096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3680" y="920769"/>
            <a:ext cx="11009813" cy="25082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E44280-B751-95EA-DAF8-302F21EC2D20}"/>
              </a:ext>
            </a:extLst>
          </p:cNvPr>
          <p:cNvSpPr txBox="1"/>
          <p:nvPr/>
        </p:nvSpPr>
        <p:spPr>
          <a:xfrm rot="16200000">
            <a:off x="208253" y="199021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A9544-4C84-BB96-1996-6EF88250FE98}"/>
              </a:ext>
            </a:extLst>
          </p:cNvPr>
          <p:cNvSpPr txBox="1"/>
          <p:nvPr/>
        </p:nvSpPr>
        <p:spPr>
          <a:xfrm rot="16200000">
            <a:off x="178813" y="5028132"/>
            <a:ext cx="57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CTX</a:t>
            </a:r>
          </a:p>
        </p:txBody>
      </p:sp>
    </p:spTree>
    <p:extLst>
      <p:ext uri="{BB962C8B-B14F-4D97-AF65-F5344CB8AC3E}">
        <p14:creationId xmlns:p14="http://schemas.microsoft.com/office/powerpoint/2010/main" val="63108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9</Words>
  <Application>Microsoft Macintosh PowerPoint</Application>
  <PresentationFormat>Widescreen</PresentationFormat>
  <Paragraphs>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Wagle, Surbhit</dc:creator>
  <cp:lastModifiedBy>Wagle, Surbhit</cp:lastModifiedBy>
  <cp:revision>28</cp:revision>
  <dcterms:created xsi:type="dcterms:W3CDTF">2025-10-16T13:05:47Z</dcterms:created>
  <dcterms:modified xsi:type="dcterms:W3CDTF">2025-10-29T14:24:59Z</dcterms:modified>
</cp:coreProperties>
</file>