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8" r:id="rId2"/>
    <p:sldId id="259" r:id="rId3"/>
    <p:sldId id="261" r:id="rId4"/>
    <p:sldId id="262" r:id="rId5"/>
    <p:sldId id="264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2"/>
    <p:restoredTop sz="94737"/>
  </p:normalViewPr>
  <p:slideViewPr>
    <p:cSldViewPr snapToGrid="0">
      <p:cViewPr varScale="1">
        <p:scale>
          <a:sx n="115" d="100"/>
          <a:sy n="115" d="100"/>
        </p:scale>
        <p:origin x="544" y="208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277F1B-8BFE-6F4C-BE59-07460FCF0A8C}" type="datetimeFigureOut">
              <a:rPr lang="en-US" smtClean="0"/>
              <a:t>11/3/25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B653BF-6F47-F14F-A746-DDF7BB603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835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653BF-6F47-F14F-A746-DDF7BB6031C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1982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653BF-6F47-F14F-A746-DDF7BB6031C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4813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DDCEA-81E3-BF28-1405-860A4C9FA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42DB86-846A-A3E3-63FA-803D8B9F7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60B21E-FC88-D8BB-3A35-7D608AA565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08E2C4-F779-4C3F-5F0D-AA4365F8B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653BF-6F47-F14F-A746-DDF7BB6031C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6496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28316-7C12-0FC4-36B1-03EB78286E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E659D5-FE91-6470-B02D-7AFD5D63AF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39576C-3E66-969D-790E-1045D2A6F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16B49-29CB-5341-97D4-8A75BDD8022D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E8BFA5-45A9-307A-1ECD-041E98EED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23A02-8307-BBC2-CD64-39DDF029D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62F4D6-B297-3F4A-93E7-DFE280A52B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6569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B672B-CF4D-6278-F5B5-02F8F8B05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FF9F2-B157-BC7A-8B44-05BAA74BAE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F8F3DF-A847-5ECD-5AF6-99E8F37C7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16B49-29CB-5341-97D4-8A75BDD8022D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1B4FC9-7190-A924-9900-73B7921EA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63CE6C-E401-2169-9F14-D92922D29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62F4D6-B297-3F4A-93E7-DFE280A52B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776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44F72-0891-ABCD-1AED-F0CF2B0DE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2650C1-0C12-6CB8-D58E-49913D8278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5FD140-DEF5-93DC-CEB4-EC2D195BE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16B49-29CB-5341-97D4-8A75BDD8022D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D104B9-43A0-CB79-7FA4-9DB7AAE484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4018BA-8A3F-243A-5989-ED3998375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62F4D6-B297-3F4A-93E7-DFE280A52B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919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AAD5C-5F4E-848D-8AC4-1811A9F04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D54C5-2CF7-E1E3-65F1-5799D8A07C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1DAA57-1D22-2C51-7AA5-63C4C47B71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47D1E2-55B6-2B61-A430-230ECE37B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16B49-29CB-5341-97D4-8A75BDD8022D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550E6B-2096-AB3D-2561-DA56B5909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4EEB4E-C1B8-9F2C-630C-D379E1DD7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62F4D6-B297-3F4A-93E7-DFE280A52B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5850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2333A-9EBF-C013-5F52-1704B143B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6310EA-99AE-D432-4C9D-AFFFE5EAB6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2A01D6-36FD-C186-7B8C-BA5C9E5FA4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29D38C-775B-5B51-E95C-2BBEF039FF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704D4F-EB45-A2CE-CC44-2BCD9064AB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3B24F8-A76D-EE79-AD92-231EF08C3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16B49-29CB-5341-97D4-8A75BDD8022D}" type="datetimeFigureOut">
              <a:rPr lang="en-US" smtClean="0"/>
              <a:t>11/3/25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25E370-93E6-17BB-2EF4-5825720E92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3F5289-CFC6-1747-B119-9D078D044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62F4D6-B297-3F4A-93E7-DFE280A52B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153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40F1F-9364-B3DD-87B6-24154239E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0DEC16-4142-3F54-141B-61CE7201F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16B49-29CB-5341-97D4-8A75BDD8022D}" type="datetimeFigureOut">
              <a:rPr lang="en-US" smtClean="0"/>
              <a:t>11/3/25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FD0EDC-A673-702D-E2F2-E55B83DD4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E91987-80A4-25A9-DB91-1914A0C08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62F4D6-B297-3F4A-93E7-DFE280A52B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1909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BD1494-D720-4D3C-056B-1ABA4FD51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16B49-29CB-5341-97D4-8A75BDD8022D}" type="datetimeFigureOut">
              <a:rPr lang="en-US" smtClean="0"/>
              <a:t>11/3/25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38E9CD-812D-1B84-AEE4-69D36B74A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96FD1D-1519-0B8A-4561-1C833F803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62F4D6-B297-3F4A-93E7-DFE280A52B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685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159E0-E4C2-B02F-CE59-E7AB75692B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06F28-4BF3-EBD3-F75C-A8A0A19D42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C35D6B-7E66-7725-6CD6-DD8373604A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3E3BA0-F11F-F8CC-9863-A690DF8E5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16B49-29CB-5341-97D4-8A75BDD8022D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1E2218-4DE5-8518-1394-586766473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F64953-9A6D-2700-DC4F-08B4B70FB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62F4D6-B297-3F4A-93E7-DFE280A52B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404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98C06-16EC-136B-6079-D15FC0E64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23DB9C-B5F4-9987-6429-3C9021121B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8E5F05-898C-4ABE-B93F-006C81A3C3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72A382-A909-3D87-B31F-662584B59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16B49-29CB-5341-97D4-8A75BDD8022D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9DA4CB-2FF5-356A-17BC-32C4F27FF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527F0F-8089-E91F-6495-121A80F94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62F4D6-B297-3F4A-93E7-DFE280A52B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713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9CDE-5FDB-1596-DCF8-91C5E697DC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C364CA-17E3-6189-787F-FF54B6151C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7C1A69-8CB4-E4CC-C649-CB025C054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16B49-29CB-5341-97D4-8A75BDD8022D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585C4-E4A1-90FC-C7FD-34E3E0149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9B83CC-78EA-DD78-ED73-CC8112023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62F4D6-B297-3F4A-93E7-DFE280A52B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2238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CBAE4B-68BA-7E22-9C60-108E02427E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DC2FBE-AF1B-2CB7-5DD9-A656660204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6FA17-3F36-CA48-07D0-A66EC1B77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16B49-29CB-5341-97D4-8A75BDD8022D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AA3AA1-46C2-C84B-29D4-900D8F9D1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F138F-054C-2105-2C47-C4031EAD6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62F4D6-B297-3F4A-93E7-DFE280A52B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187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991214-4018-47D5-E11A-71D3E4C40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3F0662-6AEC-122A-B2AB-155ACE9E00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1C593D-2199-8B3F-B029-8649F0D5EB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316B49-29CB-5341-97D4-8A75BDD8022D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806E79-E1A8-F681-61E2-0C41587DFC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CD827-10D9-2B17-A823-949AEAE4E0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62F4D6-B297-3F4A-93E7-DFE280A52B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821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7.svg"/><Relationship Id="rId3" Type="http://schemas.openxmlformats.org/officeDocument/2006/relationships/image" Target="../media/image1.png"/><Relationship Id="rId7" Type="http://schemas.openxmlformats.org/officeDocument/2006/relationships/image" Target="../media/image12.sv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5.svg"/><Relationship Id="rId5" Type="http://schemas.openxmlformats.org/officeDocument/2006/relationships/image" Target="../media/image10.sv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1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sv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12" Type="http://schemas.openxmlformats.org/officeDocument/2006/relationships/image" Target="../media/image31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sv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0" Type="http://schemas.openxmlformats.org/officeDocument/2006/relationships/image" Target="../media/image29.svg"/><Relationship Id="rId4" Type="http://schemas.openxmlformats.org/officeDocument/2006/relationships/image" Target="../media/image23.svg"/><Relationship Id="rId9" Type="http://schemas.openxmlformats.org/officeDocument/2006/relationships/image" Target="../media/image2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1AFAD-D72A-A202-1775-741841846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F5C17329-16A7-DD6F-85C8-B2850359E6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831476" y="391086"/>
            <a:ext cx="2046194" cy="188309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5B2545A-0038-BEC2-20B6-A21C03320B01}"/>
              </a:ext>
            </a:extLst>
          </p:cNvPr>
          <p:cNvSpPr txBox="1"/>
          <p:nvPr/>
        </p:nvSpPr>
        <p:spPr>
          <a:xfrm>
            <a:off x="1646824" y="89443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00F699-3B4B-6B3D-2A4E-FBC11D8D311D}"/>
              </a:ext>
            </a:extLst>
          </p:cNvPr>
          <p:cNvSpPr txBox="1"/>
          <p:nvPr/>
        </p:nvSpPr>
        <p:spPr>
          <a:xfrm>
            <a:off x="1646824" y="158430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❌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963837F2-4F84-27F6-7B90-2EC17CC51A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989567" y="393776"/>
            <a:ext cx="7772399" cy="1973048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015D11C1-FC33-620D-571A-92B3E9ED559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4000108" y="2594647"/>
            <a:ext cx="7751316" cy="1967696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3E242BA5-27C7-68CB-64B0-363F2D519E6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138061" y="4730889"/>
            <a:ext cx="4088251" cy="2015335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CFA24AC7-C11C-A187-84EE-24681AE5F89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4313571" y="4732596"/>
            <a:ext cx="3927178" cy="1939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2202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5449A-274E-8374-24F5-3AE2ABF66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3294F2A3-081B-C9D6-FC8F-8AC035E725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31476" y="391086"/>
            <a:ext cx="2046194" cy="188309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0171D97-8441-7AA3-AB2C-D21EEBB464AB}"/>
              </a:ext>
            </a:extLst>
          </p:cNvPr>
          <p:cNvSpPr txBox="1"/>
          <p:nvPr/>
        </p:nvSpPr>
        <p:spPr>
          <a:xfrm>
            <a:off x="1646824" y="158430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❌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8600533-6612-5F1C-1404-4BEBAF058A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989571" y="393777"/>
            <a:ext cx="7772391" cy="1973046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61CD1A7-F38F-7683-E653-92F3A0EFE66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4000140" y="2594655"/>
            <a:ext cx="7751253" cy="196768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D909BE08-3E88-8D9C-4CC1-0FFE8DEBE57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38061" y="4730889"/>
            <a:ext cx="4088251" cy="2015335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736A4A39-E579-7C17-C214-7A0F0E3642A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4313571" y="4732596"/>
            <a:ext cx="3927178" cy="1939432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B3EB2227-9CAB-7E7D-24A5-675090D04E6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>
          <a:xfrm>
            <a:off x="8264823" y="4732595"/>
            <a:ext cx="3927176" cy="193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928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6A497-9F55-5F52-0E4B-E273674D9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D661A5CB-1AB6-0DD7-598B-A1CA07D41C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01084" y="4164189"/>
            <a:ext cx="11818859" cy="198373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70CE2089-E764-EA24-6F8C-F037B728257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301085" y="1115122"/>
            <a:ext cx="11818865" cy="198373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F97E47E-B0D3-39A4-AAC1-A56C98A00E6C}"/>
              </a:ext>
            </a:extLst>
          </p:cNvPr>
          <p:cNvSpPr txBox="1"/>
          <p:nvPr/>
        </p:nvSpPr>
        <p:spPr>
          <a:xfrm>
            <a:off x="5602445" y="710081"/>
            <a:ext cx="641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HPC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3A211E-A279-96DC-64A5-9FD0DAA45E35}"/>
              </a:ext>
            </a:extLst>
          </p:cNvPr>
          <p:cNvSpPr txBox="1"/>
          <p:nvPr/>
        </p:nvSpPr>
        <p:spPr>
          <a:xfrm>
            <a:off x="5920818" y="3759148"/>
            <a:ext cx="579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CTX</a:t>
            </a:r>
          </a:p>
        </p:txBody>
      </p:sp>
    </p:spTree>
    <p:extLst>
      <p:ext uri="{BB962C8B-B14F-4D97-AF65-F5344CB8AC3E}">
        <p14:creationId xmlns:p14="http://schemas.microsoft.com/office/powerpoint/2010/main" val="17787760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6FF7E-959B-61F4-42C4-E4C1E22A6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1A8A2CD0-AB41-B31C-4CBE-1804597166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831476" y="391086"/>
            <a:ext cx="2046194" cy="1883091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D2F6260C-043D-A812-5CAC-CBF8A16D86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989571" y="393777"/>
            <a:ext cx="7772391" cy="1973046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C185FAD-4A0B-C76B-8488-4E04C691F19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4000140" y="2594655"/>
            <a:ext cx="7751253" cy="196768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A57FC7F1-22BF-350B-90CE-8CAA23726F4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138061" y="4730889"/>
            <a:ext cx="4088251" cy="2015335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7C016671-229D-6751-56D3-165B615688C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4313571" y="4732596"/>
            <a:ext cx="3927178" cy="1939432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A3C3C932-9E83-225A-E076-F426404B4B7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8264823" y="4732595"/>
            <a:ext cx="3927176" cy="193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7033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0E8BB-0E9A-62A2-33D2-3217E9876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F940396B-8CC2-3161-E135-0201AF329D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01086" y="4164189"/>
            <a:ext cx="11818854" cy="198373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24334C0F-F2D0-9697-05E7-71E641AE8C7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301087" y="1115122"/>
            <a:ext cx="11818860" cy="198373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08A30E0-11F2-65A6-B459-42D67A3733B1}"/>
              </a:ext>
            </a:extLst>
          </p:cNvPr>
          <p:cNvSpPr txBox="1"/>
          <p:nvPr/>
        </p:nvSpPr>
        <p:spPr>
          <a:xfrm>
            <a:off x="5602445" y="710081"/>
            <a:ext cx="641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HPC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5BB6EB-4C5C-6192-3F8A-65ECA28E731B}"/>
              </a:ext>
            </a:extLst>
          </p:cNvPr>
          <p:cNvSpPr txBox="1"/>
          <p:nvPr/>
        </p:nvSpPr>
        <p:spPr>
          <a:xfrm>
            <a:off x="5920818" y="3759148"/>
            <a:ext cx="579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CTX</a:t>
            </a:r>
          </a:p>
        </p:txBody>
      </p:sp>
    </p:spTree>
    <p:extLst>
      <p:ext uri="{BB962C8B-B14F-4D97-AF65-F5344CB8AC3E}">
        <p14:creationId xmlns:p14="http://schemas.microsoft.com/office/powerpoint/2010/main" val="29793229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639</TotalTime>
  <Words>10</Words>
  <Application>Microsoft Macintosh PowerPoint</Application>
  <PresentationFormat>Widescreen</PresentationFormat>
  <Paragraphs>10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Wagle, Surbhit</dc:creator>
  <cp:lastModifiedBy>Wagle, Surbhit</cp:lastModifiedBy>
  <cp:revision>35</cp:revision>
  <dcterms:created xsi:type="dcterms:W3CDTF">2025-10-16T13:05:47Z</dcterms:created>
  <dcterms:modified xsi:type="dcterms:W3CDTF">2025-11-03T16:50:28Z</dcterms:modified>
</cp:coreProperties>
</file>